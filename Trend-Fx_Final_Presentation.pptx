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82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for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95" y="377190"/>
            <a:ext cx="5486400" cy="3086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822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Trend-Fx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CC6F6"/>
                </a:solidFill>
              </a:rPr>
              <a:t>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E9F8"/>
                </a:solidFill>
              </a:rPr>
              <a:t>Forex market prediction dashboard with live data, authentication, analytics, and project-managed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9496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6EE3CE"/>
                </a:solidFill>
              </a:rPr>
              <a:t>Team: Vignesh</a:t>
            </a:r>
            <a:r>
              <a:rPr lang="en-US" sz="1800" b="1" dirty="0">
                <a:solidFill>
                  <a:srgbClr val="6EE3CE"/>
                </a:solidFill>
              </a:rPr>
              <a:t> Venkatesan &amp;</a:t>
            </a:r>
            <a:r>
              <a:rPr sz="1800" b="1" dirty="0">
                <a:solidFill>
                  <a:srgbClr val="6EE3CE"/>
                </a:solidFill>
              </a:rPr>
              <a:t> Preet</a:t>
            </a:r>
            <a:r>
              <a:rPr lang="en-US" sz="1800" b="1" dirty="0">
                <a:solidFill>
                  <a:srgbClr val="6EE3CE"/>
                </a:solidFill>
              </a:rPr>
              <a:t> Soni</a:t>
            </a:r>
            <a:endParaRPr sz="1800" b="1" dirty="0">
              <a:solidFill>
                <a:srgbClr val="6EE3C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ECAE3"/>
                </a:solidFill>
              </a:rPr>
              <a:t>Final review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1. 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Problem statement, target users, goals, and unique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Retail forex learners struggle to interpret fast-moving market data and technical indicators in one place.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Most beginner workflows depend on multiple fragmented tools for price checks, signals, and account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Students learning forex concepts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Retail traders who need a lightweight dashboard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Project evaluators looking for a complete full-stack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Project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Deliver live forex visibility with RSI and MACD-based insights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Support secure login, registration, reset, and logout flows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Provide an intuitive React dashboard backed by FastAPI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Unique Value Proposition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114800"/>
            <a:ext cx="5120640" cy="137160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370832"/>
            <a:ext cx="4663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9334D"/>
                </a:solidFill>
              </a:rPr>
              <a:t>Trend-</a:t>
            </a:r>
            <a:r>
              <a:rPr sz="1800" b="0" dirty="0" err="1">
                <a:solidFill>
                  <a:srgbClr val="29334D"/>
                </a:solidFill>
              </a:rPr>
              <a:t>Fx</a:t>
            </a:r>
            <a:r>
              <a:rPr sz="1800" b="0" dirty="0">
                <a:solidFill>
                  <a:srgbClr val="29334D"/>
                </a:solidFill>
              </a:rPr>
              <a:t> combines authentication, market data, indicators, and a learning-oriented dashboard in one focused</a:t>
            </a:r>
            <a:r>
              <a:rPr lang="en-US" sz="1800" b="0" dirty="0">
                <a:solidFill>
                  <a:srgbClr val="29334D"/>
                </a:solidFill>
              </a:rPr>
              <a:t> </a:t>
            </a:r>
            <a:r>
              <a:rPr sz="1800" b="0" dirty="0">
                <a:solidFill>
                  <a:srgbClr val="29334D"/>
                </a:solidFill>
              </a:rPr>
              <a:t>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2. Technical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End-to-end stack, integrations, and engineering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920240" cy="411480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96596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16276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React 19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Vite 7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React Router DOM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Recharts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Custom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783080"/>
            <a:ext cx="1920240" cy="411480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4" y="2331720"/>
            <a:ext cx="16276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FastAPI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Uvicorn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SQLAlchemy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JWT auth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Passlib password hashing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783080"/>
            <a:ext cx="1920240" cy="411480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1" y="196596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2331720"/>
            <a:ext cx="162763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SQLite </a:t>
            </a:r>
            <a:r>
              <a:rPr sz="1400" dirty="0" err="1">
                <a:solidFill>
                  <a:srgbClr val="29334D"/>
                </a:solidFill>
              </a:rPr>
              <a:t>test.db</a:t>
            </a:r>
            <a:endParaRPr sz="1400" dirty="0">
              <a:solidFill>
                <a:srgbClr val="29334D"/>
              </a:solidFill>
            </a:endParaRP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users table</a:t>
            </a:r>
          </a:p>
          <a:p>
            <a:pPr>
              <a:spcAft>
                <a:spcPts val="600"/>
              </a:spcAft>
            </a:pPr>
            <a:r>
              <a:rPr sz="1400" dirty="0" err="1">
                <a:solidFill>
                  <a:srgbClr val="29334D"/>
                </a:solidFill>
              </a:rPr>
              <a:t>password_reset</a:t>
            </a:r>
            <a:endParaRPr sz="1400" dirty="0">
              <a:solidFill>
                <a:srgbClr val="29334D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0920" y="1783080"/>
            <a:ext cx="1920240" cy="4114800"/>
          </a:xfrm>
          <a:prstGeom prst="roundRect">
            <a:avLst/>
          </a:prstGeom>
          <a:solidFill>
            <a:srgbClr val="F6F1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196596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2331720"/>
            <a:ext cx="162763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Git + GitHub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Feature branches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Pull requests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VS Code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29334D"/>
                </a:solidFill>
              </a:rPr>
              <a:t>PowerShell</a:t>
            </a:r>
            <a:endParaRPr lang="en-US" sz="1400" dirty="0">
              <a:solidFill>
                <a:srgbClr val="29334D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9334D"/>
                </a:solidFill>
              </a:rPr>
              <a:t>Node </a:t>
            </a:r>
            <a:r>
              <a:rPr lang="en-US" sz="1400" dirty="0" err="1">
                <a:solidFill>
                  <a:srgbClr val="29334D"/>
                </a:solidFill>
              </a:rPr>
              <a:t>js</a:t>
            </a:r>
            <a:endParaRPr lang="en-US" sz="1400" dirty="0">
              <a:solidFill>
                <a:srgbClr val="29334D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9334D"/>
                </a:solidFill>
              </a:rPr>
              <a:t>SQL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9334D"/>
                </a:solidFill>
              </a:rPr>
              <a:t>Vite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9334D"/>
                </a:solidFill>
              </a:rPr>
              <a:t>Fast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783080"/>
            <a:ext cx="1920240" cy="4114800"/>
          </a:xfrm>
          <a:prstGeom prst="roundRect">
            <a:avLst/>
          </a:prstGeom>
          <a:solidFill>
            <a:srgbClr val="F0F7F9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65792" y="196596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331720"/>
            <a:ext cx="16276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Twelve Data API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SMTP email flow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dotenv environment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How data, authentication, and UI layers interact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83564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4. Backend API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Core routes powering auth, user state, market data, and news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240280" cy="315468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874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/api/auth/register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/api/auth/login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/api/auth/forgot-password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/api/auth/reset-password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691640"/>
            <a:ext cx="2240280" cy="315468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85032" y="1874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/api/users/me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2240280" cy="315468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874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/market-data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/price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/api/market/live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/api/market/candles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691640"/>
            <a:ext cx="2240280" cy="3154680"/>
          </a:xfrm>
          <a:prstGeom prst="roundRect">
            <a:avLst/>
          </a:prstGeom>
          <a:solidFill>
            <a:srgbClr val="F6F1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54312" y="1874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1965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9334D"/>
                </a:solidFill>
              </a:rPr>
              <a:t>/api/news/latest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2064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9334D"/>
                </a:solidFill>
              </a:rPr>
              <a:t>API design separates concerns cleanly: authentication and user state are secured, while market/news routes support analytical and UI needs.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C1A3A"/>
                </a:solidFill>
              </a:rPr>
              <a:t>5.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150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8758E"/>
                </a:solidFill>
              </a:rPr>
              <a:t>Entity relationship diagram for authentication and password recovery</a:t>
            </a:r>
          </a:p>
        </p:txBody>
      </p:sp>
      <p:pic>
        <p:nvPicPr>
          <p:cNvPr id="4" name="Picture 3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78" y="1645919"/>
            <a:ext cx="8348870" cy="4277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3489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C1A3A"/>
                </a:solidFill>
              </a:rPr>
              <a:t>6. Frontend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4989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8758E"/>
                </a:solidFill>
              </a:rPr>
              <a:t>Pages, shared components, and service modules</a:t>
            </a:r>
          </a:p>
        </p:txBody>
      </p:sp>
      <p:pic>
        <p:nvPicPr>
          <p:cNvPr id="4" name="Picture 3" descr="frontend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57909"/>
            <a:ext cx="6867939" cy="481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8568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C1A3A"/>
                </a:solidFill>
              </a:rPr>
              <a:t>7. Team Workflow &amp; Project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116" y="74006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8758E"/>
                </a:solidFill>
              </a:rPr>
              <a:t>Branching, merged pull requests, and a final project board view</a:t>
            </a:r>
          </a:p>
        </p:txBody>
      </p:sp>
      <p:pic>
        <p:nvPicPr>
          <p:cNvPr id="4" name="Picture 3" descr="project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18" y="1692236"/>
            <a:ext cx="7854298" cy="4425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8. Coordination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How planning and version control improved team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Evidence from Repository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4028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Feature branches: features-</a:t>
            </a:r>
            <a:r>
              <a:rPr sz="1700" dirty="0" err="1">
                <a:solidFill>
                  <a:srgbClr val="29334D"/>
                </a:solidFill>
              </a:rPr>
              <a:t>preet</a:t>
            </a:r>
            <a:r>
              <a:rPr sz="1700" dirty="0">
                <a:solidFill>
                  <a:srgbClr val="29334D"/>
                </a:solidFill>
              </a:rPr>
              <a:t> and features-vignesh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Merged pull requests observed in history: #2, #3, #4, #5, #7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Commit split shows Preet focused on UI, charts, and navigation while Vignesh focused on backend, APIs, auth, and stabilization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Issue-style iteration visible through repeated bug-fix and enhancement 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Reflection on Board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240280"/>
            <a:ext cx="4526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Clear task ownership reduced duplicate work across frontend and backend streams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Sprint grouping helped the team move from foundation -&gt; APIs -&gt; analytics -&gt; polish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Branches and PRs made integration safer and easier to review before merging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A visible board improved communication on status, blockers, and completion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9. 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6E1F6"/>
                </a:solidFill>
              </a:rPr>
              <a:t>What the final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</a:rPr>
              <a:t>A complete full-stack academic product from UI to API to database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</a:rPr>
              <a:t>Live forex data visualization with technical indicators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</a:rPr>
              <a:t>Secure user lifecycle: register, login, logout, reset-password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</a:rPr>
              <a:t>Team delivery supported by branches, PRs, and sprint-based coordination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572000" cy="3017520"/>
          </a:xfrm>
          <a:prstGeom prst="roundRect">
            <a:avLst/>
          </a:prstGeom>
          <a:solidFill>
            <a:srgbClr val="182C52"/>
          </a:solidFill>
          <a:ln>
            <a:solidFill>
              <a:srgbClr val="416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96596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</a:rPr>
              <a:t>Trend-</a:t>
            </a:r>
            <a:r>
              <a:rPr sz="2200" b="0" dirty="0" err="1">
                <a:solidFill>
                  <a:srgbClr val="FFFFFF"/>
                </a:solidFill>
              </a:rPr>
              <a:t>Fx</a:t>
            </a:r>
            <a:r>
              <a:rPr sz="2200" b="0" dirty="0">
                <a:solidFill>
                  <a:srgbClr val="FFFFFF"/>
                </a:solidFill>
              </a:rPr>
              <a:t> turns fragmented forex monitoring into a guided dashboard experience that is easier to learn, safer to access, and faster to evaluate.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C4947-1165-5FD9-47E7-CBDD1F2B9949}"/>
              </a:ext>
            </a:extLst>
          </p:cNvPr>
          <p:cNvSpPr/>
          <p:nvPr/>
        </p:nvSpPr>
        <p:spPr>
          <a:xfrm>
            <a:off x="2727039" y="1693608"/>
            <a:ext cx="6141753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  <a:p>
            <a:pPr algn="ctr"/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GROUP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982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596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v</cp:lastModifiedBy>
  <cp:revision>4</cp:revision>
  <dcterms:created xsi:type="dcterms:W3CDTF">2013-01-27T09:14:16Z</dcterms:created>
  <dcterms:modified xsi:type="dcterms:W3CDTF">2026-04-20T02:23:46Z</dcterms:modified>
  <cp:category/>
</cp:coreProperties>
</file>